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4" r:id="rId8"/>
    <p:sldId id="262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264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5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90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26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53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23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112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13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9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8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83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98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20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37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5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44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45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5219321-92B8-458B-B44F-20D9C0C07F12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85EAE5-3B66-4AAA-9E79-C18B0C03EA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9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DAE0-0B8C-63A0-58A1-223ED4C119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HASEENA NASIR        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884BF-B337-E312-7651-BAF0ADFF54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I am a student</a:t>
            </a:r>
          </a:p>
        </p:txBody>
      </p:sp>
    </p:spTree>
    <p:extLst>
      <p:ext uri="{BB962C8B-B14F-4D97-AF65-F5344CB8AC3E}">
        <p14:creationId xmlns:p14="http://schemas.microsoft.com/office/powerpoint/2010/main" val="38551294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FF11-BE68-0E68-E7DF-3A256A58F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TRAITS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CAB45-FEDE-4969-28BF-8B39C392C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Responsible</a:t>
            </a:r>
          </a:p>
          <a:p>
            <a:r>
              <a:rPr lang="en-US" dirty="0"/>
              <a:t>Kind</a:t>
            </a:r>
          </a:p>
          <a:p>
            <a:r>
              <a:rPr lang="en-US" dirty="0"/>
              <a:t>Help full</a:t>
            </a:r>
          </a:p>
          <a:p>
            <a:r>
              <a:rPr lang="en-US" dirty="0"/>
              <a:t>Hard working</a:t>
            </a:r>
          </a:p>
        </p:txBody>
      </p:sp>
    </p:spTree>
    <p:extLst>
      <p:ext uri="{BB962C8B-B14F-4D97-AF65-F5344CB8AC3E}">
        <p14:creationId xmlns:p14="http://schemas.microsoft.com/office/powerpoint/2010/main" val="23592302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C219E-32A9-792F-8348-9B4A0A50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STRENGTHS                            WEAKNESSES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DC1C4-5D83-CCA2-89D2-17BB3A00B3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Self –motivated</a:t>
            </a:r>
          </a:p>
          <a:p>
            <a:r>
              <a:rPr lang="en-US" dirty="0"/>
              <a:t>Honest and trustworthy</a:t>
            </a:r>
          </a:p>
          <a:p>
            <a:r>
              <a:rPr lang="en-US" dirty="0"/>
              <a:t>Good listener</a:t>
            </a:r>
          </a:p>
          <a:p>
            <a:r>
              <a:rPr lang="en-US" dirty="0"/>
              <a:t>Patient and calm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28B67B-545B-A591-0EA1-FCBA0F0513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Nervous in public speaking</a:t>
            </a:r>
          </a:p>
          <a:p>
            <a:r>
              <a:rPr lang="en-US" dirty="0"/>
              <a:t>Some times over thinking decisions</a:t>
            </a:r>
          </a:p>
          <a:p>
            <a:r>
              <a:rPr lang="en-US" dirty="0"/>
              <a:t>Prefer working alone sometimes</a:t>
            </a:r>
          </a:p>
          <a:p>
            <a:r>
              <a:rPr lang="en-US" dirty="0"/>
              <a:t>Shy in large groups</a:t>
            </a:r>
          </a:p>
        </p:txBody>
      </p:sp>
    </p:spTree>
    <p:extLst>
      <p:ext uri="{BB962C8B-B14F-4D97-AF65-F5344CB8AC3E}">
        <p14:creationId xmlns:p14="http://schemas.microsoft.com/office/powerpoint/2010/main" val="4033634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8AFC7-3249-F8D6-43B4-66B09028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      HOBBIES                                     INTERESTS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29CBE-6C49-CAD7-D2A1-2ECCC67EF8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Cooking\Baking</a:t>
            </a:r>
          </a:p>
          <a:p>
            <a:r>
              <a:rPr lang="en-US" dirty="0"/>
              <a:t>Drawing or Painting</a:t>
            </a:r>
          </a:p>
          <a:p>
            <a:r>
              <a:rPr lang="en-US" dirty="0"/>
              <a:t>Listening to music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F5A0D-E0F0-EA6E-8FF4-5B93115E95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Traveling and exploring cultures</a:t>
            </a:r>
          </a:p>
          <a:p>
            <a:r>
              <a:rPr lang="en-US" dirty="0"/>
              <a:t>Fitness and healthy lifestyle</a:t>
            </a:r>
          </a:p>
          <a:p>
            <a:r>
              <a:rPr lang="en-US" dirty="0"/>
              <a:t>Social work and volunteering</a:t>
            </a:r>
          </a:p>
        </p:txBody>
      </p:sp>
    </p:spTree>
    <p:extLst>
      <p:ext uri="{BB962C8B-B14F-4D97-AF65-F5344CB8AC3E}">
        <p14:creationId xmlns:p14="http://schemas.microsoft.com/office/powerpoint/2010/main" val="3890633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52926-7156-D210-DC1B-DB4345360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model \ 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50A2A-4FEF-3574-8209-B786A1170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Muhammad Ali Jinnah –For vision and determination</a:t>
            </a:r>
          </a:p>
          <a:p>
            <a:r>
              <a:rPr lang="en-US" dirty="0"/>
              <a:t>Abdul Satar Edhi – for humanity and service </a:t>
            </a:r>
          </a:p>
        </p:txBody>
      </p:sp>
    </p:spTree>
    <p:extLst>
      <p:ext uri="{BB962C8B-B14F-4D97-AF65-F5344CB8AC3E}">
        <p14:creationId xmlns:p14="http://schemas.microsoft.com/office/powerpoint/2010/main" val="109916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186C3-CD5C-F914-A4BF-D555862A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ACCEDMIC PERSONAL ACHIEVEMENT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F7849-6921-CCD4-2C68-2223ABEE3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matric in commerce </a:t>
            </a:r>
          </a:p>
          <a:p>
            <a:r>
              <a:rPr lang="en-US" dirty="0"/>
              <a:t>Complete IT course from Bano Qabil </a:t>
            </a:r>
          </a:p>
          <a:p>
            <a:r>
              <a:rPr lang="en-US" dirty="0"/>
              <a:t>Improve communication and team work skills .</a:t>
            </a:r>
          </a:p>
        </p:txBody>
      </p:sp>
    </p:spTree>
    <p:extLst>
      <p:ext uri="{BB962C8B-B14F-4D97-AF65-F5344CB8AC3E}">
        <p14:creationId xmlns:p14="http://schemas.microsoft.com/office/powerpoint/2010/main" val="4005570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32C3-158B-6345-0A59-620803C1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981199"/>
          </a:xfrm>
        </p:spPr>
        <p:txBody>
          <a:bodyPr/>
          <a:lstStyle/>
          <a:p>
            <a:r>
              <a:rPr lang="en-US" dirty="0"/>
              <a:t>FAVOURITE TOPIC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975ECD-0C8B-892C-D2F2-CE7C73044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MS office </a:t>
            </a:r>
          </a:p>
          <a:p>
            <a:r>
              <a:rPr lang="en-US" dirty="0"/>
              <a:t>Arts and creativity </a:t>
            </a:r>
          </a:p>
          <a:p>
            <a:r>
              <a:rPr lang="en-US" dirty="0"/>
              <a:t>MS word</a:t>
            </a:r>
          </a:p>
        </p:txBody>
      </p:sp>
    </p:spTree>
    <p:extLst>
      <p:ext uri="{BB962C8B-B14F-4D97-AF65-F5344CB8AC3E}">
        <p14:creationId xmlns:p14="http://schemas.microsoft.com/office/powerpoint/2010/main" val="1464679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F2AE-B16C-1589-34D0-9DC328805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279DD-B4AB-64A0-FC2F-00FAFA5C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build a successful and stable career</a:t>
            </a:r>
          </a:p>
          <a:p>
            <a:r>
              <a:rPr lang="en-US" dirty="0"/>
              <a:t>To become more skilled and knowledgeable in my field </a:t>
            </a:r>
          </a:p>
          <a:p>
            <a:r>
              <a:rPr lang="en-US" dirty="0"/>
              <a:t>To achieve financial independence and stability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6568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6E0A2-4A71-C820-E4B0-17F1E66FA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LEARNED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12EF-3D0C-B316-E842-E04E8229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computer hardware and software knowledge</a:t>
            </a:r>
          </a:p>
          <a:p>
            <a:r>
              <a:rPr lang="en-US" dirty="0"/>
              <a:t>File management and data organization</a:t>
            </a:r>
          </a:p>
          <a:p>
            <a:r>
              <a:rPr lang="en-US" dirty="0"/>
              <a:t>Presentation and report –making skills</a:t>
            </a:r>
          </a:p>
        </p:txBody>
      </p:sp>
    </p:spTree>
    <p:extLst>
      <p:ext uri="{BB962C8B-B14F-4D97-AF65-F5344CB8AC3E}">
        <p14:creationId xmlns:p14="http://schemas.microsoft.com/office/powerpoint/2010/main" val="2948131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834A2-86CB-D259-716E-8763A588F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\FUN FACT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E7AD5-2E12-A48E-2F28-DF3663EF4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love traveling and have visited more than different cities</a:t>
            </a:r>
          </a:p>
          <a:p>
            <a:r>
              <a:rPr lang="en-US" dirty="0"/>
              <a:t>I enjoy solving puzzle and brains games in my free time</a:t>
            </a:r>
          </a:p>
        </p:txBody>
      </p:sp>
    </p:spTree>
    <p:extLst>
      <p:ext uri="{BB962C8B-B14F-4D97-AF65-F5344CB8AC3E}">
        <p14:creationId xmlns:p14="http://schemas.microsoft.com/office/powerpoint/2010/main" val="1637971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113</TotalTime>
  <Words>189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HASEENA NASIR            </vt:lpstr>
      <vt:lpstr>PERSONALITY TRAITS</vt:lpstr>
      <vt:lpstr>   STRENGTHS                            WEAKNESSES </vt:lpstr>
      <vt:lpstr>      HOBBIES                                     INTERESTS</vt:lpstr>
      <vt:lpstr>Role model \ inspiration</vt:lpstr>
      <vt:lpstr>ACCEDMIC PERSONAL ACHIEVEMENT </vt:lpstr>
      <vt:lpstr>FAVOURITE TOPIC </vt:lpstr>
      <vt:lpstr>FUTURE GOALS </vt:lpstr>
      <vt:lpstr>SKILLS LEARNED IN THIS COURSE</vt:lpstr>
      <vt:lpstr>CLOSING \FUN FACT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2025-09-27T14:17:16Z</dcterms:created>
  <dcterms:modified xsi:type="dcterms:W3CDTF">2025-09-27T16:10:25Z</dcterms:modified>
</cp:coreProperties>
</file>